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82296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Reaction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2FB5A8"/>
                </a:solidFill>
                <a:latin typeface="Calibri"/>
              </a:rPr>
              <a:t>Quantum-chemistry compute for materials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60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libri"/>
              </a:rPr>
              <a:t>Prepared for Nascent Materials</a:t>
            </a:r>
            <a:r>
              <a:rPr sz="1600" b="0" i="0">
                <a:solidFill>
                  <a:srgbClr val="8A939F"/>
                </a:solidFill>
                <a:latin typeface="Calibri"/>
              </a:rPr>
              <a:t>     ·     Hannes Vandecasteele, Founder     ·     reactionstudio.ai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bottleneck in materials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FB5A8"/>
                </a:solidFill>
                <a:latin typeface="Calibri"/>
              </a:rPr>
              <a:t>Accuracy and speed pull in opposite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Designing new materials means searching huge chemical and structural spaces.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The accurate tool — quantum mechanics (DFT) — is slow and compute-heavy.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So you're forced to choose: sacrifice accuracy for speed, or run only a handful of expensive calculations.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For cathode development, that caps how many precursor chemistries and structures you can evaluate before committing to synthesis.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What Reaction Studio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FB5A8"/>
                </a:solidFill>
                <a:latin typeface="Calibri"/>
              </a:rPr>
              <a:t>A quantum-chemistry compute platform and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Two pillars, neither one secondary: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8A939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3C4450"/>
                </a:solidFill>
                <a:latin typeface="Calibri"/>
              </a:rPr>
              <a:t>Machine learning (diffusion-based) for speed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500" b="0" i="0">
                <a:solidFill>
                  <a:srgbClr val="8A939F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3C4450"/>
                </a:solidFill>
                <a:latin typeface="Calibri"/>
              </a:rPr>
              <a:t>Quantum-physics methods for accuracy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We provide ML- and GPU-accelerated quantum energy and force calculations — we accelerate quantum methods, not replace them with a fitted potential.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Explore structures, energetics, and reactions far faster, without giving up rigor where it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What we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FB5A8"/>
                </a:solidFill>
                <a:latin typeface="Calibri"/>
              </a:rPr>
              <a:t>For materials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Structure relaxation — geometry optimization of molecular and crystal structures.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Energy &amp; force evaluations — ML- and GPU-accelerated quantum.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Transition-path calculations — reaction and decomposition pathways.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Formation and reaction energies.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Property prediction to guide where you spend experimental effort.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Why it's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ML accelerates QM rather than replacing it — speed with physics-grounded accuracy.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GPU-accelerated throughput — screen many candidates, not just a few.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Rigor where it counts — trust the numbers that drive expensive synthesis decisions.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Not a trained interatomic potential you have to fit and validate for every new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Where it fits at Nascent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FB5A8"/>
                </a:solidFill>
                <a:latin typeface="Calibri"/>
              </a:rPr>
              <a:t>Cathode active materials and precursor chemistries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Screen precursor chemistries and cathode structures before committing to synthesis.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Explore reaction and thermal-decomposition pathways relevant to your synthesis approach.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Rank candidates by computed energetics and properties to focus lab effort.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Slots into your existing discovery workflow — something to try on your own systems, not a replacement for how you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03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What's new, and what's 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FB5A8"/>
                </a:solidFill>
                <a:latin typeface="Calibri"/>
              </a:rPr>
              <a:t>A fast-moving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A markedly more accurate and robust double-ended transition-state search.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A GPU-accelerated quantum force field in active development.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2FB5A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C4450"/>
                </a:solidFill>
                <a:latin typeface="Calibri"/>
              </a:rPr>
              <a:t>Reaction prediction next on the roadmap.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0" cy="82296"/>
          </a:xfrm>
          <a:prstGeom prst="rect">
            <a:avLst/>
          </a:prstGeom>
          <a:solidFill>
            <a:srgbClr val="2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Let's try it on your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Pick a cathode system or a set of precursor candidates — we run it, you judge the results.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short, low-commitment pilot on materials you already understand.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FB5A8"/>
                </a:solidFill>
                <a:latin typeface="Calibri"/>
              </a:rPr>
              <a:t>Hannes Vandecasteele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   hannesv@opennumerics.com    ·    reactionstudio.ai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